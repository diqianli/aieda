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系统维度设计空间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C8C8"/>
                </a:solidFill>
              </a:defRPr>
            </a:pPr>
            <a:r>
              <a:t>从机架级和多节点架构视角探索Agentic AI的系统级设计选择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365760"/>
            <a:ext cx="109728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572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Level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⚖️ CPU-GPU配比模式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决定CPU与GPU的数量比例，影响训练/推理效率和资源利用率。根据DeepSeek-V3优化经验，73%的性能提升来自CPU端优化。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GPU为主型 (1:4) | 训练优化 (1:2) | 均衡型 (1:1) | CPU机柜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🗄️ 机架功率密度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优化功率密度、散热方式。Arm AGI CPU支持36kW风冷机架，8160核心。高密度部署降低TCO。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标准 (20kW) | 高密度 (36kW) | 液冷 (60kW+)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🏗️ 分层系统架构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将工作负载分配到不同层级。NVIDIA Vera Rubin支持独立CPU机柜（256颗CPU），专为RL/Agent推理设计。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分离三层 | 统一调度 | 混合模式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🔗 节点间互联拓扑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决定多节点间的通信带宽和延迟。NVLink-C2C提供1.8TB/s一致性带宽，是Grace的2倍。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NVLink-C2C (1.8TB/s) | InfiniBand | RoCEv2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💾 系统级内存架构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内存池化、分解式内存和CXL支持。Arm AGI CPU支持CXL 3.0 Type 3内存扩展。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本地内存 | CXL 3.0池化 | 分解式内存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🏭 部署模式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AI工厂 vs 传统数据中心。AI工厂强调机架级优化和大规模并行Agent环境。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传统DC | AI工厂 | 边缘部署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💡 技术洞察：阿姆达尔定律在AI系统中的应用——NVIDIA明确指出'系统性能越来越受制于agentic循环中CPU端串行任务的限制'。DeepSeek-V3在GB200上的优化显示，73%的约349 TFLOPS性能提升来自解决CPU overhead。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SoC维度设计空间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C8C8"/>
                </a:solidFill>
              </a:defRPr>
            </a:pPr>
            <a:r>
              <a:t>探索芯片级架构设计，包括核心选择、缓存层次、互联和内存子系统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365760"/>
            <a:ext cx="109728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572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Level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🔬 核心架构选择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NVIDIA Vera采用自研Olympus核心（10-wide前端），Arm AGI CPU采用Neoverse V3。自研核心可实现1.5x IPC提升。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公版核心 | 自研核心 | 混合架构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📚 缓存层次结构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Grace将L2从2MB缩减到1MB导致性能问题。Vera L3提升至162MB（+42%），Arm AGI CPU每核2MB L2。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能效优先 | 大缓存配置 | 自适应缓存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🔌 Die架构策略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Vera采用单片架构消除NUMA边界，第二代SCF提供3.4TB/s分切带宽。Arm AGI CPU采用chiplet设计。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单片Monolithic | Chiplet | 混合架构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💾 内存子系统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Vera的SOCAMM支持1.5TB可更换内存（vs Grace焊死480GB）。Arm AGI CPU使用传统DDR5-8800。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DDR5 DIMM | SOCAMM | HBM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🚪 I/O配置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Arm AGI CPU提供96条PCIe Gen6通道，Vera支持PCIe Gen6和1.8TB/s NVLink-C2C。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标准配置 | 高密度I/O | 定制I/O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🏭 工艺节点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Arm AGI CPU采用TSMC 3nm，Vera预计使用类似工艺。3nm相比5nm提供约1.7x密度提升和1.15x性能提升。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5nm成熟 | 3nm领先 | 2nm前沿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💡 技术洞察：单片 vs Chiplet的权衡——Vera的单片架构确保所有核心到资源的距离相同，'无需传统NUMA调优即可获得最佳性能'。SOCAMM的创新首次将LPDDR的能效优势与服务器级的可维护性结合。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CPU维度设计空间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C8C8"/>
                </a:solidFill>
              </a:defRPr>
            </a:pPr>
            <a:r>
              <a:t>深入CPU核心微架构，探索多线程、指令集、分支预测和专用加速器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365760"/>
            <a:ext cx="109728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572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Level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🧵 多线程策略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Grace不支持SMT（72核=72线程）被证明是市场短板。Vera的空间多线程提供88核×2=176线程，物理隔离保证可预测延迟。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无SMT | 传统SMT | 空间多线程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📝 AI指令集扩展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Vera是首个支持FP8的CPU。FP8可减少数据移动和转换开销，对于Agentic AI的频繁推理决策至关重要。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BF16/INT8 | +FP8原生 | 定制扩展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🔮 分支预测器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Python/PyTorch dispatch是分支密集型代码。Vera的神经分支预测器每周期可评估两个已采取分支。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静态预测 | 动态预测 | 神经预测器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📏 指令前端宽度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Vera的10-wide前端宽于AMD Zen5 (8-wide)和Intel Granite Rapids (6-wide)，更宽前端提升ILP但增加功耗。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6-wide (能效) | 8-wide (均衡) | 10-wide (性能)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🚀 片上专用加速器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针对AI工作负载的专用加速：RDMA引擎绕过CPU NoC，加密引擎降低安全开销，压缩引擎加速模型传输。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最小配置 | 标准加速 | 全加速套件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⚡ 频率与功耗策略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Agentic AI的kernel launch延迟敏感场景需要部分核心能boost到最高频率（DeepSeek文档建议）。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能效优先 | 平衡策略 | 激进boost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💡 技术洞察：空间多线程 vs 传统SMT——传统SMT通过时间切片共享流水线资源，导致性能抖动和尾延迟问题。空间多线程物理分区资源，保证每线程性能可预测，特别适合多租户AI工厂。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软硬件协同设计空间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C8C8"/>
                </a:solidFill>
              </a:defRPr>
            </a:pPr>
            <a:r>
              <a:t>探索软硬件协同优化，从瓶颈识别到调度策略再到生态兼容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365760"/>
            <a:ext cx="109728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572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Level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🔍 CPU端瓶颈优化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DeepSeek-V3优化显示73%收益来自CPU端。Vera的1.5x IPC、FP8支持、神经预测器都针对此问题。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基础优化 | 激进优化 | 软硬协同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🗺️ NUMA感知调度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DeepSeek使用bindpcie工具绑定进程到本地GPU获得70.6 TFLOPS提升。自动化NUMA调度是关键方向。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手动绑定 | 自动调度 | 混合模式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37160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🔧 软件栈优化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783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从Python调度优化到JIT编译，从PyTorch dispatch优化到kernel批处理，全栈协同消除CPU瓶颈。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驱动层 | 框架层 | 全栈优化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🌐 生态兼容性策略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Grace初期遭遇TensorRT-LLM不支持arm64等问题。经过两年生态建设，Arm数据中心软件生态已大幅改善。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ARM原生 | 混合部署 | 二进制翻译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📊 性能可观测性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统一的CPU-GPU协同性能分析工具，识别瓶颈并验证优化效果。关键是将CPU-GPU事件对齐到同一时间轴。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分离工具 | 统一视图 | AI分析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3154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02E"/>
                </a:solidFill>
              </a:defRPr>
            </a:pPr>
            <a:r>
              <a:t>🎛️ 运行时动态调优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6616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33333"/>
                </a:solidFill>
              </a:defRPr>
            </a:pPr>
            <a:r>
              <a:t>根据工作负载特征动态调整SMT模式、核心频率和功耗封顶。Vera支持运行时切换单/双线程模式。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80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6464"/>
                </a:solidFill>
              </a:defRPr>
            </a:pPr>
            <a:r>
              <a:t>静态配置 | 动态调优 | 预测性调优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💡 技术洞察：CPU瓶颈的具体表现——在GB200上，Grace的kernel launch开销约为x86 Xeon的2倍。Blackwell GPU算力提升2.5倍后，CPU端'掩盖'GPU kernel间隙的时间急剧缩短，使瓶颈更加明显。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